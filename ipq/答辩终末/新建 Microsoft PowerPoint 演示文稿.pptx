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7872A-1DF5-BECB-B2B3-79D7271F9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FFB526-8200-73BA-72E7-A1F11C6EB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1AADE-8E83-E25C-1B70-7B89CBC1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900D7-3362-8A01-F522-EE79E123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CAFB6-87A6-9593-3A9E-09F1DC45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0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0F098-6D3F-D7A2-5747-4F3C16BE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232EC-8D05-74A4-0BAC-7C1C52CB4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CFF8C-4A62-E1EB-0416-71D72293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6A9016-621E-BDE9-453A-7E8E2EB0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5B1FE-76E6-B239-4599-C9E1737D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02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EB9B2-51E7-1B6B-F47A-56302FF2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527BB-03B5-8EA6-99DE-C86251315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5DE5F-2A61-1AD4-A533-45BDC0A5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E4818-D46C-D984-0D73-BB551CF7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847F4-26C1-6DA0-7337-C9ACE0F6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01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8DABA-7AD3-C31A-9771-4930B54C7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B3D60F-9C71-7D48-48C5-3FD2D8318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A61482-295D-1668-AC15-58F1A2CD5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9E5E85-998F-9E42-582B-B97F5CFC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7A7CAB-65D0-DCA8-9D8D-E9CA935F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36E3F-49B8-0BB2-2597-958B4FBD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2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55558-E603-3BDE-5817-7BB1CD17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E752B6-C4EE-EFF8-0D97-2CE1B2684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65B236-FC8D-CAA3-64DE-6EDC5FC5E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BE26DB-1D5F-1129-2CED-299A65ADCC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3BA559-331D-A085-D0AE-2ECF6E847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ECCA50-C1BF-6176-B7D5-80B3E817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B31149-EDDC-F0FE-74E8-3CC607E3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2D62A6-0F25-F861-BD67-DF28BAA4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67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17962-7F99-4528-2A4A-0B6E5A62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9FFEC8-4862-ED27-0D06-05C17FE8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A5D14C-AF06-2AA9-8801-C2D35F62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68C019-A464-DA80-2B42-E8C4360C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0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B403DB-A92A-123F-80E4-08BE44FA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152FD1-080C-56CB-84E7-AA2CE2B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7F5A28-C560-73A9-4DD6-233910E1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54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93357-77D6-41FF-49AB-AF1DC50C5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AAC30B-099B-DA65-E120-1539180D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2D71BE-6554-8788-3EA9-94AEC542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9241A5-2DF7-B503-C51A-59AF0DBC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B33864-2738-D4E5-F298-EDB3698F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E966C6-2F42-569B-DD0C-C973C1FB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523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84AB0-D347-CC16-F259-A3299634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3E6229-C781-7DC4-5F9F-CBBDC43D8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FFF11F-0D7F-F513-C54D-0C062A91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6CDF84-81CF-F1C6-224B-AB47E51C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CE41E-89BA-8A91-A686-3B0B7049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11336F-5D0F-E43F-0FB0-A315CDE4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85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C3273-C067-F067-EEF5-BEE700E1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256A17-1D50-7268-397D-B7062AFBC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B7A34-7AF5-FF34-1114-ACC0D191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D9D78-FF68-4862-F8A9-041F18EF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77FC9-EF8C-E0DB-E74B-1CC9C8DE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66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3F014A-93D3-0A6E-FA15-AE557D72A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E18476-5F54-65B0-05AC-E70CE414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EB51E-47B8-D771-552B-C945E40F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0AEEFC-6A2F-F612-CD18-E0432635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98711D-F406-6DD4-3C33-B9F91611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56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3FF9C9-8DC3-AD1B-6A12-8CA653C0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FA76EB-1393-525F-0E58-63A3C2A3A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96DE4B-C333-BECA-18DE-3890C2C7D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6D437-765A-40B2-B072-89F1416FB088}" type="datetimeFigureOut">
              <a:rPr lang="en-GB" smtClean="0"/>
              <a:t>02/03/2024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522DF6-4616-9E4F-FAC6-4C58CE8D2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AFE8A-6362-02F3-563F-8582F8ECB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592BB-1BBD-457E-81DC-DE6D8901A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90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6758A-0F22-DDCE-4B6C-B666DF602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9750B2-A7F1-2AC7-DB3A-A540B554D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01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 JT</dc:creator>
  <cp:lastModifiedBy>ST JT</cp:lastModifiedBy>
  <cp:revision>2</cp:revision>
  <dcterms:created xsi:type="dcterms:W3CDTF">2024-03-02T04:52:27Z</dcterms:created>
  <dcterms:modified xsi:type="dcterms:W3CDTF">2024-03-02T04:53:33Z</dcterms:modified>
</cp:coreProperties>
</file>