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400" r:id="rId3"/>
    <p:sldId id="468" r:id="rId4"/>
    <p:sldId id="467" r:id="rId5"/>
    <p:sldId id="469" r:id="rId6"/>
    <p:sldId id="470" r:id="rId7"/>
    <p:sldId id="305" r:id="rId8"/>
  </p:sldIdLst>
  <p:sldSz cx="9144000" cy="5719763"/>
  <p:notesSz cx="6761163" cy="99425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7">
          <p15:clr>
            <a:srgbClr val="A4A3A4"/>
          </p15:clr>
        </p15:guide>
        <p15:guide id="2" pos="3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A02225"/>
    <a:srgbClr val="D77D0F"/>
    <a:srgbClr val="9A0D14"/>
    <a:srgbClr val="AE0D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3" autoAdjust="0"/>
    <p:restoredTop sz="93100"/>
  </p:normalViewPr>
  <p:slideViewPr>
    <p:cSldViewPr showGuides="1">
      <p:cViewPr varScale="1">
        <p:scale>
          <a:sx n="76" d="100"/>
          <a:sy n="76" d="100"/>
        </p:scale>
        <p:origin x="1224" y="90"/>
      </p:cViewPr>
      <p:guideLst>
        <p:guide orient="horz" pos="1167"/>
        <p:guide pos="3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2D1ED-119A-46AE-B331-371B8B86FCFF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52C0E-53D7-4104-A0E7-5E833EABB3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9292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5458E-FF70-4365-837E-3ABB2A84A1C6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1436" y="746125"/>
            <a:ext cx="595829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664A68-3F8A-412F-A893-E4679BC1FB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345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01638" y="746125"/>
            <a:ext cx="5957887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64A68-3F8A-412F-A893-E4679BC1FB2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315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79B610-238B-4C94-911B-38D30741D0CB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2" name="图片 1" descr="光华剑桥PPT三个尺寸-0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"/>
            <a:ext cx="9142730" cy="57194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7314"/>
            <a:ext cx="7772400" cy="122637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42075"/>
            <a:ext cx="6400800" cy="1462112"/>
          </a:xfrm>
        </p:spPr>
        <p:txBody>
          <a:bodyPr/>
          <a:lstStyle>
            <a:lvl1pPr marL="0" indent="0" algn="ctr">
              <a:buNone/>
              <a:defRPr/>
            </a:lvl1pPr>
            <a:lvl2pPr marL="381000" indent="0" algn="ctr">
              <a:buNone/>
              <a:defRPr/>
            </a:lvl2pPr>
            <a:lvl3pPr marL="762635" indent="0" algn="ctr">
              <a:buNone/>
              <a:defRPr/>
            </a:lvl3pPr>
            <a:lvl4pPr marL="1143635" indent="0" algn="ctr">
              <a:buNone/>
              <a:defRPr/>
            </a:lvl4pPr>
            <a:lvl5pPr marL="1525270" indent="0" algn="ctr">
              <a:buNone/>
              <a:defRPr/>
            </a:lvl5pPr>
            <a:lvl6pPr marL="1906270" indent="0" algn="ctr">
              <a:buNone/>
              <a:defRPr/>
            </a:lvl6pPr>
            <a:lvl7pPr marL="2288540" indent="0" algn="ctr">
              <a:buNone/>
              <a:defRPr/>
            </a:lvl7pPr>
            <a:lvl8pPr marL="2670175" indent="0" algn="ctr">
              <a:buNone/>
              <a:defRPr/>
            </a:lvl8pPr>
            <a:lvl9pPr marL="3051175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2F86B5-A254-4ED8-8F23-AF61DDD39B0C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12" name="图片 11" descr="光华剑桥PPT-改-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0" y="635"/>
            <a:ext cx="9142730" cy="57197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5B8E3A-BBB2-4A04-8574-9045E9090395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3" name="图片 2" descr="光华剑桥PPT三个尺寸-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2730" cy="571944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508561"/>
            <a:ext cx="8229600" cy="95355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43533"/>
            <a:ext cx="8229600" cy="26063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0"/>
            <a:r>
              <a:rPr lang="zh-CN" altLang="en-US"/>
              <a:t>第二级</a:t>
            </a:r>
          </a:p>
          <a:p>
            <a:pPr lvl="1"/>
            <a:r>
              <a:rPr lang="zh-CN" altLang="en-US"/>
              <a:t>第三级</a:t>
            </a:r>
          </a:p>
          <a:p>
            <a:pPr lvl="2"/>
            <a:r>
              <a:rPr lang="zh-CN" altLang="en-US"/>
              <a:t>第四级</a:t>
            </a:r>
          </a:p>
          <a:p>
            <a:pPr lvl="3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577047"/>
            <a:ext cx="2133600" cy="397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17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577047"/>
            <a:ext cx="2895600" cy="397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17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77000" y="4577047"/>
            <a:ext cx="2133600" cy="397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170"/>
            </a:lvl1pPr>
          </a:lstStyle>
          <a:p>
            <a:fld id="{53A26BEF-62AC-40AF-BE38-E9EC6678E3AC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367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9pPr>
    </p:titleStyle>
    <p:bodyStyle>
      <a:lvl1pPr marL="285750" indent="-285750" algn="l" rtl="0" fontAlgn="base">
        <a:spcBef>
          <a:spcPts val="80"/>
        </a:spcBef>
        <a:spcAft>
          <a:spcPct val="0"/>
        </a:spcAft>
        <a:buChar char="•"/>
        <a:defRPr sz="2670">
          <a:solidFill>
            <a:schemeClr val="tx1"/>
          </a:solidFill>
          <a:latin typeface="+mn-lt"/>
          <a:ea typeface="+mn-ea"/>
          <a:cs typeface="+mn-cs"/>
        </a:defRPr>
      </a:lvl1pPr>
      <a:lvl2pPr marL="619760" indent="-238760" algn="l" rtl="0" fontAlgn="base">
        <a:spcBef>
          <a:spcPts val="80"/>
        </a:spcBef>
        <a:spcAft>
          <a:spcPct val="0"/>
        </a:spcAft>
        <a:buChar char="–"/>
        <a:defRPr sz="2335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2pPr>
      <a:lvl3pPr marL="953135" indent="-190500" algn="l" rtl="0" fontAlgn="base">
        <a:spcBef>
          <a:spcPts val="8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334770" indent="-190500" algn="l" rtl="0" fontAlgn="base">
        <a:spcBef>
          <a:spcPts val="80"/>
        </a:spcBef>
        <a:spcAft>
          <a:spcPct val="0"/>
        </a:spcAft>
        <a:buChar char="–"/>
        <a:defRPr sz="167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4pPr>
      <a:lvl5pPr marL="1715770" indent="-190500" algn="l" rtl="0" fontAlgn="base">
        <a:spcBef>
          <a:spcPts val="80"/>
        </a:spcBef>
        <a:spcAft>
          <a:spcPct val="0"/>
        </a:spcAft>
        <a:buChar char="»"/>
        <a:defRPr sz="167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098040" indent="-190500" algn="l" rtl="0" fontAlgn="base">
        <a:spcBef>
          <a:spcPts val="80"/>
        </a:spcBef>
        <a:spcAft>
          <a:spcPct val="0"/>
        </a:spcAft>
        <a:buChar char="»"/>
        <a:defRPr sz="167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6pPr>
      <a:lvl7pPr marL="2479040" indent="-190500" algn="l" rtl="0" fontAlgn="base">
        <a:spcBef>
          <a:spcPts val="80"/>
        </a:spcBef>
        <a:spcAft>
          <a:spcPct val="0"/>
        </a:spcAft>
        <a:buChar char="»"/>
        <a:defRPr sz="167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7pPr>
      <a:lvl8pPr marL="2860675" indent="-190500" algn="l" rtl="0" fontAlgn="base">
        <a:spcBef>
          <a:spcPts val="80"/>
        </a:spcBef>
        <a:spcAft>
          <a:spcPct val="0"/>
        </a:spcAft>
        <a:buChar char="»"/>
        <a:defRPr sz="167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8pPr>
      <a:lvl9pPr marL="3241675" indent="-190500" algn="l" rtl="0" fontAlgn="base">
        <a:spcBef>
          <a:spcPts val="80"/>
        </a:spcBef>
        <a:spcAft>
          <a:spcPct val="0"/>
        </a:spcAft>
        <a:buChar char="»"/>
        <a:defRPr sz="167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9pPr>
    </p:bodyStyle>
    <p:otherStyle>
      <a:defPPr>
        <a:defRPr lang="zh-CN"/>
      </a:defPPr>
      <a:lvl1pPr marL="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100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263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63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527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627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854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7017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5117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88000" y="1779881"/>
            <a:ext cx="7056000" cy="1007829"/>
          </a:xfrm>
        </p:spPr>
        <p:txBody>
          <a:bodyPr wrap="square">
            <a:spAutoFit/>
          </a:bodyPr>
          <a:lstStyle/>
          <a:p>
            <a:pPr eaLnBrk="1" latinLnBrk="0" hangingPunct="1">
              <a:lnSpc>
                <a:spcPct val="120000"/>
              </a:lnSpc>
            </a:pPr>
            <a:r>
              <a:rPr lang="en-US" altLang="zh-CN" sz="4800" b="1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  <a:cs typeface="Times New Roman" panose="02020603050405020304" pitchFamily="18" charset="0"/>
              </a:rPr>
              <a:t>Research Question</a:t>
            </a:r>
            <a:endParaRPr lang="en-US" altLang="zh-CN" sz="3600" dirty="0">
              <a:solidFill>
                <a:schemeClr val="bg1"/>
              </a:solidFill>
              <a:latin typeface="+mn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5A8B63D-3E80-C6BB-128A-EF8DF8F84C54}"/>
              </a:ext>
            </a:extLst>
          </p:cNvPr>
          <p:cNvSpPr txBox="1">
            <a:spLocks noChangeArrowheads="1"/>
          </p:cNvSpPr>
          <p:nvPr/>
        </p:nvSpPr>
        <p:spPr>
          <a:xfrm>
            <a:off x="1548000" y="3507881"/>
            <a:ext cx="6264000" cy="1007829"/>
          </a:xfrm>
        </p:spPr>
        <p:txBody>
          <a:bodyPr wrap="square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67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9pPr>
          </a:lstStyle>
          <a:p>
            <a:pPr algn="r">
              <a:lnSpc>
                <a:spcPct val="120000"/>
              </a:lnSpc>
            </a:pPr>
            <a:r>
              <a:rPr lang="en-US" altLang="zh-CN" sz="1600" b="1" kern="0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  <a:cs typeface="Times New Roman" panose="02020603050405020304" pitchFamily="18" charset="0"/>
              </a:rPr>
              <a:t>NAME</a:t>
            </a:r>
            <a:endParaRPr lang="en-US" altLang="zh-CN" sz="1100" kern="0" dirty="0">
              <a:solidFill>
                <a:schemeClr val="bg1"/>
              </a:solidFill>
              <a:latin typeface="+mn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8">
            <a:extLst>
              <a:ext uri="{FF2B5EF4-FFF2-40B4-BE49-F238E27FC236}">
                <a16:creationId xmlns:a16="http://schemas.microsoft.com/office/drawing/2014/main" id="{3188F398-9994-4AAE-F0F0-B8595E59DB09}"/>
              </a:ext>
            </a:extLst>
          </p:cNvPr>
          <p:cNvSpPr txBox="1"/>
          <p:nvPr/>
        </p:nvSpPr>
        <p:spPr>
          <a:xfrm>
            <a:off x="684000" y="299957"/>
            <a:ext cx="2088000" cy="4719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CONTENTS</a:t>
            </a:r>
          </a:p>
        </p:txBody>
      </p:sp>
      <p:sp>
        <p:nvSpPr>
          <p:cNvPr id="3" name="TextBox 28">
            <a:extLst>
              <a:ext uri="{FF2B5EF4-FFF2-40B4-BE49-F238E27FC236}">
                <a16:creationId xmlns:a16="http://schemas.microsoft.com/office/drawing/2014/main" id="{17A79FF9-3783-3FEB-2734-A9685346DDAD}"/>
              </a:ext>
            </a:extLst>
          </p:cNvPr>
          <p:cNvSpPr txBox="1"/>
          <p:nvPr/>
        </p:nvSpPr>
        <p:spPr>
          <a:xfrm>
            <a:off x="900000" y="2067881"/>
            <a:ext cx="7632000" cy="21475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45720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Adjustments</a:t>
            </a:r>
          </a:p>
          <a:p>
            <a:pPr marL="45720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Research progress</a:t>
            </a:r>
          </a:p>
          <a:p>
            <a:pPr marL="45720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Problems &amp; solutions</a:t>
            </a:r>
          </a:p>
          <a:p>
            <a:pPr marL="45720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Work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5040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ADJUSTMENTS</a:t>
            </a: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C5DF8124-0CA9-3E8B-79A1-35B8A4ED9AB5}"/>
              </a:ext>
            </a:extLst>
          </p:cNvPr>
          <p:cNvSpPr txBox="1"/>
          <p:nvPr/>
        </p:nvSpPr>
        <p:spPr>
          <a:xfrm>
            <a:off x="900000" y="2067881"/>
            <a:ext cx="7632000" cy="21475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Present the adjustments (e.g. the title, the scope of the research question, the research method) made relative to the project proposal form and the reasons for the adjustments.</a:t>
            </a:r>
          </a:p>
        </p:txBody>
      </p:sp>
    </p:spTree>
    <p:extLst>
      <p:ext uri="{BB962C8B-B14F-4D97-AF65-F5344CB8AC3E}">
        <p14:creationId xmlns:p14="http://schemas.microsoft.com/office/powerpoint/2010/main" val="1819141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5040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RESEARCH PROGRESS</a:t>
            </a: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C5DF8124-0CA9-3E8B-79A1-35B8A4ED9AB5}"/>
              </a:ext>
            </a:extLst>
          </p:cNvPr>
          <p:cNvSpPr txBox="1"/>
          <p:nvPr/>
        </p:nvSpPr>
        <p:spPr>
          <a:xfrm>
            <a:off x="900000" y="2067881"/>
            <a:ext cx="7632000" cy="21475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Describe the progress of the research, the phased results of the study, and the completed content of the report in detail. Show the current research log  briefly.</a:t>
            </a:r>
          </a:p>
        </p:txBody>
      </p:sp>
    </p:spTree>
    <p:extLst>
      <p:ext uri="{BB962C8B-B14F-4D97-AF65-F5344CB8AC3E}">
        <p14:creationId xmlns:p14="http://schemas.microsoft.com/office/powerpoint/2010/main" val="517251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4824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PROBLEMS &amp; SOLUTIONS</a:t>
            </a: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C5DF8124-0CA9-3E8B-79A1-35B8A4ED9AB5}"/>
              </a:ext>
            </a:extLst>
          </p:cNvPr>
          <p:cNvSpPr txBox="1"/>
          <p:nvPr/>
        </p:nvSpPr>
        <p:spPr>
          <a:xfrm>
            <a:off x="900000" y="2067881"/>
            <a:ext cx="7632000" cy="21475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Describe the problems and challenges encountered during the research process, the deviation of experimental or survey results from expectations, and provide relevant solutions.</a:t>
            </a:r>
          </a:p>
        </p:txBody>
      </p:sp>
    </p:spTree>
    <p:extLst>
      <p:ext uri="{BB962C8B-B14F-4D97-AF65-F5344CB8AC3E}">
        <p14:creationId xmlns:p14="http://schemas.microsoft.com/office/powerpoint/2010/main" val="3108148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4176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WORK PLAN</a:t>
            </a: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C5DF8124-0CA9-3E8B-79A1-35B8A4ED9AB5}"/>
              </a:ext>
            </a:extLst>
          </p:cNvPr>
          <p:cNvSpPr txBox="1"/>
          <p:nvPr/>
        </p:nvSpPr>
        <p:spPr>
          <a:xfrm>
            <a:off x="900000" y="2067881"/>
            <a:ext cx="7632000" cy="10395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List the work plan for the next stage and the content that needs to be completed.</a:t>
            </a:r>
          </a:p>
        </p:txBody>
      </p:sp>
    </p:spTree>
    <p:extLst>
      <p:ext uri="{BB962C8B-B14F-4D97-AF65-F5344CB8AC3E}">
        <p14:creationId xmlns:p14="http://schemas.microsoft.com/office/powerpoint/2010/main" val="2001114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968" y="2139881"/>
            <a:ext cx="7772400" cy="1021735"/>
          </a:xfrm>
        </p:spPr>
        <p:txBody>
          <a:bodyPr>
            <a:spAutoFit/>
          </a:bodyPr>
          <a:lstStyle/>
          <a:p>
            <a:pPr algn="l" eaLnBrk="1" latinLnBrk="0" hangingPunct="1">
              <a:lnSpc>
                <a:spcPct val="100000"/>
              </a:lnSpc>
            </a:pPr>
            <a:r>
              <a:rPr lang="en-US" altLang="zh-CN" sz="4400" b="1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Thank you for your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微软雅黑"/>
        <a:cs typeface="宋体"/>
      </a:majorFont>
      <a:minorFont>
        <a:latin typeface="Arial"/>
        <a:ea typeface="微软雅黑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wrap="square">
        <a:spAutoFit/>
      </a:bodyPr>
      <a:lstStyle>
        <a:defPPr algn="l">
          <a:lnSpc>
            <a:spcPct val="120000"/>
          </a:lnSpc>
          <a:buClr>
            <a:srgbClr val="C00000"/>
          </a:buClr>
          <a:defRPr sz="2000" dirty="0"/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2931</TotalTime>
  <Words>136</Words>
  <Application>Microsoft Office PowerPoint</Application>
  <PresentationFormat>Custom</PresentationFormat>
  <Paragraphs>17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默认设计模板</vt:lpstr>
      <vt:lpstr>Research Question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ST JT</cp:lastModifiedBy>
  <cp:revision>668</cp:revision>
  <cp:lastPrinted>2113-01-01T00:00:00Z</cp:lastPrinted>
  <dcterms:created xsi:type="dcterms:W3CDTF">2015-03-13T08:02:00Z</dcterms:created>
  <dcterms:modified xsi:type="dcterms:W3CDTF">2023-11-10T13:30:30Z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2052-11.1.0.10463</vt:lpwstr>
  </property>
  <property fmtid="{D5CDD505-2E9C-101B-9397-08002B2CF9AE}" pid="4" name="ICV">
    <vt:lpwstr>478EF44DC9C741E780E5CA3644556A3A</vt:lpwstr>
  </property>
</Properties>
</file>